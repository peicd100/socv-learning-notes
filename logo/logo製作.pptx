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7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423B89-6254-150A-171E-503EBBFFD2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0444CF8-160B-0E4A-C06E-B9BAA72D08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B1A78E7-FB36-8897-C837-65076C8F9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DE8C9-818E-465E-8D49-062FBB95A54C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C73AB87-3D92-6625-3A85-CAEA86CDC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FD38494-D824-72D2-96C6-79600A57E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616B-CBB7-49D8-A696-8EC63C328D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9288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F2BB7CF-BDA7-E777-BB98-DF968C2B4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C622ECD-A4F0-BDDA-560A-B05C585F7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3D0AA27-CE59-D17F-42DF-5DFFF5061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DE8C9-818E-465E-8D49-062FBB95A54C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0E5FA0C-A576-7BDA-9CF5-A01DA3FAF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9B60134-4977-5F70-8DDE-85FAA4D6E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616B-CBB7-49D8-A696-8EC63C328D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2131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2933BD-8AD8-32D4-44C2-F1344F682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D2D63C1-5346-32A3-2382-E01F90F857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112739D-58E3-74FF-C13C-D8C2D8AF5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DE8C9-818E-465E-8D49-062FBB95A54C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E2D14C2-EA6D-5F8D-E74D-B0A85E8F1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CF8EB61-9906-BDD1-F0B5-D5FC86F98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616B-CBB7-49D8-A696-8EC63C328D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8374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44AB37-4911-C0F8-ABF0-4C245E872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AD3DA60-B8B4-93DC-6193-C60DA368BD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92A9907-55B9-9AAD-8DE1-B45ACC74DA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5BA629B-59A1-0664-23D5-C8D3DE272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DE8C9-818E-465E-8D49-062FBB95A54C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0151AF7-F746-55CD-4432-D6FB8606C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7CE3D5D-B037-A77D-CC12-8B3D442D5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616B-CBB7-49D8-A696-8EC63C328D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1995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E05E79-C7D8-24CA-FBBF-20E4C778A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D8E0C8C-A4B5-8299-8481-7A5D6899E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D613ED0-1B25-1086-411F-2DEFF3605B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FC5CE6D-2B02-E36D-810A-5B76065D7A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01C07D1-D672-0D9B-C1B4-621005F4D2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ACD53CB8-DE72-9824-313A-AA71518E5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DE8C9-818E-465E-8D49-062FBB95A54C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A8B7733-8FDE-3562-F01A-5F6220617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A29E2157-62EC-7A7F-8BFE-65A7C9637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616B-CBB7-49D8-A696-8EC63C328D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0523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4256C1-1F72-18C2-84EF-EA7F844A2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E28494D8-5707-34C3-CB79-4EE3F441A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DE8C9-818E-465E-8D49-062FBB95A54C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258FB21-9934-C596-BB76-7F4F9A03E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76E4F59-7BEE-15CF-799E-A9F0E05BE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616B-CBB7-49D8-A696-8EC63C328D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2229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CC559AD-CD38-D6DA-D436-1AF9189F1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DE8C9-818E-465E-8D49-062FBB95A54C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4C88030-142C-7DE6-4A64-6FAA9B89A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C803352-EC3A-B99A-15AF-AF30B4C37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616B-CBB7-49D8-A696-8EC63C328D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8012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A80904-7003-28BA-21A0-6A19FBAAD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2118A86-D173-7382-A759-F7C2C1B51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F230106-BA46-C4F2-7846-EDB62A061E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8EE76B7-DB6F-3386-B071-DEC832F10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DE8C9-818E-465E-8D49-062FBB95A54C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A52EA27-0D43-6F24-75B3-E01685FB7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933DD71-E2B0-3369-337F-E18AB7077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616B-CBB7-49D8-A696-8EC63C328D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4872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41E0C0-0FE3-39F5-3ABF-7FC59BEC5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DE5AA505-F826-20A6-5CB6-B87A0F507F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0C32550-8A75-2B62-3874-94F7E0AF0B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3E2AAE8-D86F-4388-FD49-891EEB6AC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DE8C9-818E-465E-8D49-062FBB95A54C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7E529FC-7D7B-E1DF-CBE2-E1AB9EC2A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DE9D1D3-19F9-8D3F-1E98-7686264F0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616B-CBB7-49D8-A696-8EC63C328D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4832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8CF5E8-3567-10C3-48D5-9237C6396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A36522F-C2D9-B508-7BEC-A1C4C6CA93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B737F6F-6F04-1B4E-E830-7F5926E82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DE8C9-818E-465E-8D49-062FBB95A54C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4799B82-1D19-C8A7-57C7-489D1D9AD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45283FB-4CBD-5642-4778-90D216B83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616B-CBB7-49D8-A696-8EC63C328D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4140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49C9F2F3-F957-0ECD-20CB-41826546F6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556DD94-DA6D-891F-8FB1-CBB666F305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3E29C6F-764C-08C1-644D-BB9C0DD9B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DE8C9-818E-465E-8D49-062FBB95A54C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63B0EFC-2825-40C1-760E-1E91A053B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DC46CF6-58F6-CEB6-B030-32A05B5F5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616B-CBB7-49D8-A696-8EC63C328D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806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DF7360B7-5A6C-38A4-588A-BB577236E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1D56074-2681-4E4B-9073-FFC22B53FC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32777AF-90BB-810E-9043-082829E810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CDE8C9-818E-465E-8D49-062FBB95A54C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87CA618-BA5B-33BC-9871-A55C13B8CD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D740265-DF43-82EA-68F4-A1A957F538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F0616B-CBB7-49D8-A696-8EC63C328D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3899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8E52698C-2352-3453-9334-009304C64B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99523" y="0"/>
            <a:ext cx="6858000" cy="6858000"/>
          </a:xfrm>
          <a:custGeom>
            <a:avLst/>
            <a:gdLst>
              <a:gd name="csX0" fmla="*/ 3429000 w 6858000"/>
              <a:gd name="csY0" fmla="*/ 0 h 6858000"/>
              <a:gd name="csX1" fmla="*/ 6858000 w 6858000"/>
              <a:gd name="csY1" fmla="*/ 3429000 h 6858000"/>
              <a:gd name="csX2" fmla="*/ 3429000 w 6858000"/>
              <a:gd name="csY2" fmla="*/ 6858000 h 6858000"/>
              <a:gd name="csX3" fmla="*/ 0 w 6858000"/>
              <a:gd name="csY3" fmla="*/ 3429000 h 6858000"/>
              <a:gd name="csX4" fmla="*/ 3429000 w 6858000"/>
              <a:gd name="csY4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858000" h="6858000">
                <a:moveTo>
                  <a:pt x="3429000" y="0"/>
                </a:moveTo>
                <a:cubicBezTo>
                  <a:pt x="5322784" y="0"/>
                  <a:pt x="6858000" y="1535216"/>
                  <a:pt x="6858000" y="3429000"/>
                </a:cubicBezTo>
                <a:cubicBezTo>
                  <a:pt x="6858000" y="5322784"/>
                  <a:pt x="5322784" y="6858000"/>
                  <a:pt x="3429000" y="6858000"/>
                </a:cubicBezTo>
                <a:cubicBezTo>
                  <a:pt x="1535216" y="6858000"/>
                  <a:pt x="0" y="5322784"/>
                  <a:pt x="0" y="3429000"/>
                </a:cubicBezTo>
                <a:cubicBezTo>
                  <a:pt x="0" y="1535216"/>
                  <a:pt x="1535216" y="0"/>
                  <a:pt x="3429000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5231672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寬螢幕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彥翰 陳</dc:creator>
  <cp:lastModifiedBy>彥翰 陳</cp:lastModifiedBy>
  <cp:revision>1</cp:revision>
  <dcterms:created xsi:type="dcterms:W3CDTF">2026-03-19T15:35:01Z</dcterms:created>
  <dcterms:modified xsi:type="dcterms:W3CDTF">2026-03-19T15:37:01Z</dcterms:modified>
</cp:coreProperties>
</file>